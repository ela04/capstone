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B5528-E305-466D-8047-3BA275958FC7}" type="datetimeFigureOut">
              <a:rPr lang="es-CL" smtClean="0"/>
              <a:t>12-09-2026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9F3AE-8A80-4C57-ABEF-EF9165407A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758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9F3AE-8A80-4C57-ABEF-EF9165407A29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4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672146F-44C5-4853-BC08-43284335C389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866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EE6-70F8-4EAA-8813-09FDCFB0D3A6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228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2AD1-EC3B-4044-AB0A-8B4E200983DD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05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170A-00EB-4E26-85FB-13103DB5CA90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681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1C85-C660-4DFF-BC79-CCA5E9110E3C}" type="datetime1">
              <a:rPr lang="es-CL" smtClean="0"/>
              <a:t>12-09-2026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811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3350-5A24-4658-B0BB-11617B61A22C}" type="datetime1">
              <a:rPr lang="es-CL" smtClean="0"/>
              <a:t>12-09-2026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05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1BCC-4C25-40AB-8A15-1BF5944F8E38}" type="datetime1">
              <a:rPr lang="es-CL" smtClean="0"/>
              <a:t>12-09-2026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935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203B-E3E3-4603-95FE-7055FF443AD2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840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F989-1F47-47C2-88A4-BC57E11765CC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621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06612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78034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707638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91323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937245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02785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107F9-FC16-480F-BBAF-043EF2128392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072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6331-4F89-4D02-BA49-3693AC92B0E6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784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A3EFB-FC3A-463A-9A70-C7B8E36030AA}" type="datetime1">
              <a:rPr lang="es-CL" smtClean="0"/>
              <a:t>12-09-2026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571B8-B8F4-4622-8CD7-77A2B9216B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104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err="1" smtClean="0"/>
              <a:t>Liffe</a:t>
            </a:r>
            <a:r>
              <a:rPr lang="es-CL" dirty="0" smtClean="0"/>
              <a:t> </a:t>
            </a:r>
            <a:r>
              <a:rPr lang="es-CL" dirty="0" err="1" smtClean="0"/>
              <a:t>Better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s-CL" dirty="0" smtClean="0"/>
              <a:t>Integrantes: Gabriela </a:t>
            </a:r>
            <a:r>
              <a:rPr lang="es-CL" dirty="0" err="1" smtClean="0"/>
              <a:t>Antunez</a:t>
            </a:r>
            <a:r>
              <a:rPr lang="es-CL" dirty="0" smtClean="0"/>
              <a:t> y Ariel Oñate.</a:t>
            </a:r>
          </a:p>
          <a:p>
            <a:pPr algn="l"/>
            <a:r>
              <a:rPr lang="es-CL" dirty="0" smtClean="0"/>
              <a:t>Profesor: Luis Alberto Bravo Yanes</a:t>
            </a:r>
          </a:p>
          <a:p>
            <a:pPr algn="l"/>
            <a:r>
              <a:rPr lang="es-CL" dirty="0" smtClean="0"/>
              <a:t>Fecha: 12-09-2026</a:t>
            </a:r>
          </a:p>
          <a:p>
            <a:pPr algn="l"/>
            <a:r>
              <a:rPr lang="es-CL" dirty="0" smtClean="0"/>
              <a:t>Sigla: 002_V</a:t>
            </a:r>
          </a:p>
          <a:p>
            <a:pPr algn="l"/>
            <a:endParaRPr lang="es-CL" dirty="0" smtClean="0"/>
          </a:p>
          <a:p>
            <a:pPr algn="l"/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1</a:t>
            </a:fld>
            <a:endParaRPr lang="es-CL"/>
          </a:p>
        </p:txBody>
      </p:sp>
      <p:sp>
        <p:nvSpPr>
          <p:cNvPr id="6" name="Paralelogramo 5"/>
          <p:cNvSpPr/>
          <p:nvPr/>
        </p:nvSpPr>
        <p:spPr>
          <a:xfrm>
            <a:off x="7903581" y="0"/>
            <a:ext cx="2858946" cy="6858000"/>
          </a:xfrm>
          <a:prstGeom prst="parallelogram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Paralelogramo 6"/>
          <p:cNvSpPr/>
          <p:nvPr/>
        </p:nvSpPr>
        <p:spPr>
          <a:xfrm>
            <a:off x="9333054" y="0"/>
            <a:ext cx="2858946" cy="6858000"/>
          </a:xfrm>
          <a:prstGeom prst="parallelogram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130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104167"/>
            <a:ext cx="9905998" cy="1478570"/>
          </a:xfrm>
        </p:spPr>
        <p:txBody>
          <a:bodyPr/>
          <a:lstStyle/>
          <a:p>
            <a:r>
              <a:rPr lang="es-CL" dirty="0" smtClean="0"/>
              <a:t>Condominios, problemas y solución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533147"/>
            <a:ext cx="5156201" cy="5167312"/>
          </a:xfrm>
          <a:solidFill>
            <a:schemeClr val="bg2">
              <a:lumMod val="75000"/>
              <a:lumOff val="2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L" sz="2600" dirty="0"/>
              <a:t>M</a:t>
            </a:r>
            <a:r>
              <a:rPr lang="es-CL" sz="2600" dirty="0" smtClean="0"/>
              <a:t>étodos tradicionales:</a:t>
            </a:r>
          </a:p>
          <a:p>
            <a:r>
              <a:rPr lang="es-CL" sz="2600" dirty="0"/>
              <a:t>P</a:t>
            </a:r>
            <a:r>
              <a:rPr lang="es-CL" sz="2600" dirty="0" smtClean="0"/>
              <a:t>lanillas de cálculo locales </a:t>
            </a:r>
            <a:r>
              <a:rPr lang="es-ES" sz="2600" dirty="0" smtClean="0"/>
              <a:t>(</a:t>
            </a:r>
            <a:r>
              <a:rPr lang="es-CL" sz="2600" dirty="0" smtClean="0"/>
              <a:t>Eficiencia</a:t>
            </a:r>
            <a:r>
              <a:rPr lang="es-ES" sz="2600" dirty="0" smtClean="0"/>
              <a:t>)</a:t>
            </a:r>
            <a:endParaRPr lang="es-CL" sz="2600" dirty="0" smtClean="0"/>
          </a:p>
          <a:p>
            <a:r>
              <a:rPr lang="es-ES" sz="2600" dirty="0"/>
              <a:t>A</a:t>
            </a:r>
            <a:r>
              <a:rPr lang="es-ES" sz="2600" dirty="0" smtClean="0"/>
              <a:t>visos de cobro en papel (</a:t>
            </a:r>
            <a:r>
              <a:rPr lang="es-CL" sz="2600" dirty="0"/>
              <a:t>E</a:t>
            </a:r>
            <a:r>
              <a:rPr lang="es-CL" sz="2600" dirty="0" smtClean="0"/>
              <a:t>ficiencia</a:t>
            </a:r>
            <a:r>
              <a:rPr lang="es-ES" sz="2600" dirty="0" smtClean="0"/>
              <a:t>)</a:t>
            </a:r>
            <a:endParaRPr lang="es-CL" sz="2600" dirty="0" smtClean="0"/>
          </a:p>
          <a:p>
            <a:r>
              <a:rPr lang="es-CL" sz="2600" dirty="0"/>
              <a:t>G</a:t>
            </a:r>
            <a:r>
              <a:rPr lang="es-CL" sz="2600" dirty="0" smtClean="0"/>
              <a:t>rupos informales de mensajería.(Seguridad)</a:t>
            </a:r>
          </a:p>
          <a:p>
            <a:r>
              <a:rPr lang="es-ES" sz="2600" dirty="0" smtClean="0"/>
              <a:t>Vulnerabilidades en el control de acceso e historial de visitas (Seguridad)</a:t>
            </a:r>
          </a:p>
          <a:p>
            <a:r>
              <a:rPr lang="es-ES" sz="2600" dirty="0" smtClean="0"/>
              <a:t>Gestión caótica y solapamiento en reservas de espacios comunes (Disponibilidad)</a:t>
            </a:r>
            <a:endParaRPr lang="es-CL" sz="2600" dirty="0" smtClean="0"/>
          </a:p>
          <a:p>
            <a:endParaRPr lang="es-CL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2</a:t>
            </a:fld>
            <a:endParaRPr lang="es-CL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6793090" y="1665465"/>
            <a:ext cx="4337755" cy="433757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sz="2600" dirty="0" smtClean="0"/>
              <a:t>Solución:</a:t>
            </a:r>
          </a:p>
          <a:p>
            <a:r>
              <a:rPr lang="es-CL" sz="2600" dirty="0" smtClean="0"/>
              <a:t>Módulo Administrativo (Django) y App Móvil de Residentes.</a:t>
            </a:r>
          </a:p>
          <a:p>
            <a:r>
              <a:rPr lang="es-CL" sz="2400" dirty="0"/>
              <a:t>A</a:t>
            </a:r>
            <a:r>
              <a:rPr lang="es-CL" sz="2400" dirty="0" smtClean="0"/>
              <a:t>utomatizar el cálculo de gastos comunes.</a:t>
            </a:r>
          </a:p>
          <a:p>
            <a:r>
              <a:rPr lang="es-CL" sz="2600" dirty="0"/>
              <a:t>R</a:t>
            </a:r>
            <a:r>
              <a:rPr lang="es-CL" sz="2600" dirty="0" smtClean="0"/>
              <a:t>eportes financieros claros.</a:t>
            </a:r>
          </a:p>
          <a:p>
            <a:r>
              <a:rPr lang="es-CL" sz="2600" dirty="0" smtClean="0"/>
              <a:t>Gestión de historial.</a:t>
            </a:r>
          </a:p>
          <a:p>
            <a:r>
              <a:rPr lang="es-CL" sz="2600" dirty="0" smtClean="0"/>
              <a:t>Implementación de IA en cámaras de seguridad.</a:t>
            </a:r>
            <a:endParaRPr lang="es-CL" sz="2600" dirty="0"/>
          </a:p>
        </p:txBody>
      </p:sp>
      <p:sp>
        <p:nvSpPr>
          <p:cNvPr id="7" name="CuadroTexto 6"/>
          <p:cNvSpPr txBox="1"/>
          <p:nvPr/>
        </p:nvSpPr>
        <p:spPr>
          <a:xfrm>
            <a:off x="7986890" y="6356350"/>
            <a:ext cx="336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Contexto, problema y solución.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8469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Innovación 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6612" y="23449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Transformar la vigilancia pasiva en seguridad vehicular proactiva y trazabilidad inteligente (IA) mediante visión por computador:</a:t>
            </a:r>
          </a:p>
          <a:p>
            <a:r>
              <a:rPr lang="es-CL" dirty="0" smtClean="0"/>
              <a:t>Reconocimiento y Trazabilidad Automatizada.</a:t>
            </a:r>
          </a:p>
          <a:p>
            <a:r>
              <a:rPr lang="es-ES" dirty="0" smtClean="0"/>
              <a:t>Notificaciones en Tiempo Real.</a:t>
            </a:r>
          </a:p>
          <a:p>
            <a:r>
              <a:rPr lang="es-ES" dirty="0" smtClean="0"/>
              <a:t>Herramienta de vigilancia en tiempo real.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281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 smtClean="0"/>
              <a:t>Reconocimiento y Trazabilidad Automatizada.</a:t>
            </a:r>
            <a:br>
              <a:rPr lang="es-CL" dirty="0" smtClean="0"/>
            </a:b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modelo de IA en cámara procesa en milisegundos las matrículas en el acceso, registrando automáticamente la patente, fecha y hora exacta en la base de datos centralizada sin depender del </a:t>
            </a:r>
            <a:r>
              <a:rPr lang="es-ES" dirty="0" err="1" smtClean="0"/>
              <a:t>tipeo</a:t>
            </a:r>
            <a:r>
              <a:rPr lang="es-ES" dirty="0" smtClean="0"/>
              <a:t> manual del conserje.</a:t>
            </a:r>
            <a:endParaRPr lang="es-C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5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Notificaciones en Tiempo Real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Al cruzar la lectura con la base de datos del residente, el </a:t>
            </a:r>
            <a:r>
              <a:rPr lang="es-ES" dirty="0" err="1" smtClean="0"/>
              <a:t>backend</a:t>
            </a:r>
            <a:r>
              <a:rPr lang="es-ES" dirty="0" smtClean="0"/>
              <a:t> gatilla una alerta instantánea a la aplicación móvil mediante un aviso (Tu vehículo / visita con patente AB-CD-12 acaba de ingresar al condominio a las 14:35 </a:t>
            </a:r>
            <a:r>
              <a:rPr lang="es-ES" dirty="0" err="1" smtClean="0"/>
              <a:t>hrs</a:t>
            </a:r>
            <a:r>
              <a:rPr lang="es-ES" dirty="0" smtClean="0"/>
              <a:t>).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958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Diferenciador e Innovación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Convierte el registro tradicional: </a:t>
            </a:r>
            <a:r>
              <a:rPr lang="es-ES" dirty="0" smtClean="0"/>
              <a:t>Otorga al residente de una alerta constante para detectar inmediatamente el auto de una visita ya registrada independiente el motivo el estará notificado o el ingreso no coordinado de proveedores.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896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Alcance y limitaciones: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5190067" cy="4349397"/>
          </a:xfrm>
        </p:spPr>
        <p:txBody>
          <a:bodyPr/>
          <a:lstStyle/>
          <a:p>
            <a:r>
              <a:rPr lang="es-ES" dirty="0" smtClean="0"/>
              <a:t>Módulo Web Django: Administración de gastos comunes, cobros, proveedores y usuarios.</a:t>
            </a:r>
          </a:p>
          <a:p>
            <a:r>
              <a:rPr lang="es-CL" dirty="0" smtClean="0"/>
              <a:t>App Móvil Residentes: Consulta de saldo, pagos, reservas de quinchos y alertas de acceso.</a:t>
            </a:r>
          </a:p>
          <a:p>
            <a:r>
              <a:rPr lang="es-CL" dirty="0" smtClean="0"/>
              <a:t>Módulo IA: Lectura automatizada de patentes en accesos vehiculares principales.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7</a:t>
            </a:fld>
            <a:endParaRPr lang="es-CL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5923844" y="1825624"/>
            <a:ext cx="5190067" cy="4349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Hardware: Requiere cámaras IP con resolución mínima Full HD y visión nocturna por infrarrojo.</a:t>
            </a:r>
          </a:p>
          <a:p>
            <a:r>
              <a:rPr lang="es-ES" dirty="0" smtClean="0"/>
              <a:t>Cobertura de IA: El modelo requiere iluminación adecuada y placas legibles sin obstrucciones.</a:t>
            </a:r>
          </a:p>
          <a:p>
            <a:r>
              <a:rPr lang="es-ES" dirty="0" smtClean="0"/>
              <a:t>Conectividad: Requiere conexión estable en el condominio para el envío instantáneo de alertas.</a:t>
            </a:r>
            <a:endParaRPr lang="es-CL" dirty="0" smtClean="0"/>
          </a:p>
        </p:txBody>
      </p:sp>
    </p:spTree>
    <p:extLst>
      <p:ext uri="{BB962C8B-B14F-4D97-AF65-F5344CB8AC3E}">
        <p14:creationId xmlns:p14="http://schemas.microsoft.com/office/powerpoint/2010/main" val="336552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5590" y="99229"/>
            <a:ext cx="9905998" cy="1478570"/>
          </a:xfrm>
        </p:spPr>
        <p:txBody>
          <a:bodyPr/>
          <a:lstStyle/>
          <a:p>
            <a:r>
              <a:rPr lang="es-CL" dirty="0" err="1" smtClean="0"/>
              <a:t>Metodologia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844" y="1301793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s-CL" dirty="0" smtClean="0"/>
              <a:t>MODELO INCREMENTAL: </a:t>
            </a:r>
          </a:p>
          <a:p>
            <a:r>
              <a:rPr lang="es-ES" dirty="0" smtClean="0"/>
              <a:t>El proyecto se dividirá en incrementos funcionales y acumulativos, entregando módulos operativos de valor en cada etapa para reducir riesgos y validar el software paulatinamente.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8</a:t>
            </a:fld>
            <a:endParaRPr lang="es-CL"/>
          </a:p>
        </p:txBody>
      </p:sp>
      <p:sp>
        <p:nvSpPr>
          <p:cNvPr id="5" name="Rectángulo 4"/>
          <p:cNvSpPr/>
          <p:nvPr/>
        </p:nvSpPr>
        <p:spPr>
          <a:xfrm>
            <a:off x="838200" y="3803739"/>
            <a:ext cx="3194755" cy="2111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INCREMENTO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Django </a:t>
            </a:r>
            <a:r>
              <a:rPr lang="es-CL" dirty="0" err="1" smtClean="0"/>
              <a:t>Backend</a:t>
            </a:r>
            <a:r>
              <a:rPr lang="es-CL" dirty="0" smtClean="0"/>
              <a:t> 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Gastos Comunes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Autenticación/Roles</a:t>
            </a:r>
            <a:endParaRPr lang="es-CL" dirty="0"/>
          </a:p>
        </p:txBody>
      </p:sp>
      <p:sp>
        <p:nvSpPr>
          <p:cNvPr id="6" name="Rectángulo 5"/>
          <p:cNvSpPr/>
          <p:nvPr/>
        </p:nvSpPr>
        <p:spPr>
          <a:xfrm>
            <a:off x="4715934" y="3803739"/>
            <a:ext cx="3194755" cy="2111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INCREMENTO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App para Residentes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Reserva de Espacios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smtClean="0"/>
              <a:t>Consultas de Pagos</a:t>
            </a:r>
            <a:endParaRPr lang="es-CL" dirty="0"/>
          </a:p>
        </p:txBody>
      </p:sp>
      <p:sp>
        <p:nvSpPr>
          <p:cNvPr id="7" name="Rectángulo 6"/>
          <p:cNvSpPr/>
          <p:nvPr/>
        </p:nvSpPr>
        <p:spPr>
          <a:xfrm>
            <a:off x="8384822" y="3803739"/>
            <a:ext cx="3194755" cy="2111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CL" dirty="0" smtClean="0"/>
              <a:t>INCREMENTO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(MÓDULO IA Y CAM)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Lectura de Patentes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smtClean="0"/>
              <a:t>Alerta de notificaciones</a:t>
            </a:r>
            <a:endParaRPr lang="es-CL" dirty="0"/>
          </a:p>
        </p:txBody>
      </p:sp>
      <p:sp>
        <p:nvSpPr>
          <p:cNvPr id="8" name="Elipse 7"/>
          <p:cNvSpPr/>
          <p:nvPr/>
        </p:nvSpPr>
        <p:spPr>
          <a:xfrm>
            <a:off x="1433689" y="6155091"/>
            <a:ext cx="1998134" cy="544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mtClean="0"/>
              <a:t>Módulo Estable</a:t>
            </a:r>
            <a:endParaRPr lang="es-CL"/>
          </a:p>
        </p:txBody>
      </p:sp>
      <p:sp>
        <p:nvSpPr>
          <p:cNvPr id="9" name="Elipse 8"/>
          <p:cNvSpPr/>
          <p:nvPr/>
        </p:nvSpPr>
        <p:spPr>
          <a:xfrm>
            <a:off x="5102578" y="6176963"/>
            <a:ext cx="2494844" cy="5445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mtClean="0"/>
              <a:t>Módulo Integrado</a:t>
            </a:r>
            <a:endParaRPr lang="es-CL"/>
          </a:p>
        </p:txBody>
      </p:sp>
      <p:sp>
        <p:nvSpPr>
          <p:cNvPr id="10" name="Elipse 9"/>
          <p:cNvSpPr/>
          <p:nvPr/>
        </p:nvSpPr>
        <p:spPr>
          <a:xfrm>
            <a:off x="8960554" y="6212681"/>
            <a:ext cx="2043289" cy="501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mtClean="0"/>
              <a:t>Sistema Completo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787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 smtClean="0"/>
              <a:t>Mockups</a:t>
            </a:r>
            <a:endParaRPr lang="es-CL" dirty="0"/>
          </a:p>
        </p:txBody>
      </p:sp>
      <p:pic>
        <p:nvPicPr>
          <p:cNvPr id="12" name="Marcador de contenido 1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43" y="1614311"/>
            <a:ext cx="9889067" cy="5158841"/>
          </a:xfr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432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Conclusión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 smtClean="0"/>
              <a:t>Control y eficiencia con desarrollo incremental: La adopción de una metodología incremental permite construir </a:t>
            </a:r>
            <a:r>
              <a:rPr lang="es-ES" dirty="0" err="1" smtClean="0"/>
              <a:t>LifeBetter</a:t>
            </a:r>
            <a:r>
              <a:rPr lang="es-ES" dirty="0" smtClean="0"/>
              <a:t> paso a paso, garantizando estabilidad operativa desde el módulo central de cobros en Django hasta la aplicación móvil.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Innovación y valor agregado con IA: El último incremento integra la IA para visión por computador en cámaras, transformando la seguridad vehicular en un sistema proactivo que notifica accesos en tiempo real.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Resolución de la problemática inicial: Se erradica la dependencia de registros manuales en papel y planillas desarticuladas, ofreciendo a las administraciones y copropietarios un ecosistema centralizado, robusto y escalable.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71B8-B8F4-4622-8CD7-77A2B9216B30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531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247</TotalTime>
  <Words>567</Words>
  <Application>Microsoft Office PowerPoint</Application>
  <PresentationFormat>Panorámica</PresentationFormat>
  <Paragraphs>71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Tw Cen MT</vt:lpstr>
      <vt:lpstr>Circuito</vt:lpstr>
      <vt:lpstr>Liffe Better</vt:lpstr>
      <vt:lpstr>Condominios, problemas y solución</vt:lpstr>
      <vt:lpstr>Innovación </vt:lpstr>
      <vt:lpstr>Reconocimiento y Trazabilidad Automatizada. </vt:lpstr>
      <vt:lpstr>Notificaciones en Tiempo Real</vt:lpstr>
      <vt:lpstr>Diferenciador e Innovación</vt:lpstr>
      <vt:lpstr>Alcance y limitaciones:</vt:lpstr>
      <vt:lpstr>Metodologia</vt:lpstr>
      <vt:lpstr>Mockups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Liffe Better</dc:title>
  <dc:creator>Ismael</dc:creator>
  <cp:lastModifiedBy>Ismael</cp:lastModifiedBy>
  <cp:revision>17</cp:revision>
  <dcterms:created xsi:type="dcterms:W3CDTF">2026-09-12T09:23:17Z</dcterms:created>
  <dcterms:modified xsi:type="dcterms:W3CDTF">2026-09-12T14:50:57Z</dcterms:modified>
</cp:coreProperties>
</file>